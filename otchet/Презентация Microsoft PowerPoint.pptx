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32EB-A038-4E67-A372-2FE2DC677932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7CBFE-CA5F-42C7-89CB-19BA637F56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7119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32EB-A038-4E67-A372-2FE2DC677932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7CBFE-CA5F-42C7-89CB-19BA637F56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4144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32EB-A038-4E67-A372-2FE2DC677932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7CBFE-CA5F-42C7-89CB-19BA637F56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3831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32EB-A038-4E67-A372-2FE2DC677932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7CBFE-CA5F-42C7-89CB-19BA637F56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1189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32EB-A038-4E67-A372-2FE2DC677932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7CBFE-CA5F-42C7-89CB-19BA637F56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6744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32EB-A038-4E67-A372-2FE2DC677932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7CBFE-CA5F-42C7-89CB-19BA637F56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6398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32EB-A038-4E67-A372-2FE2DC677932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7CBFE-CA5F-42C7-89CB-19BA637F56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5386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32EB-A038-4E67-A372-2FE2DC677932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7CBFE-CA5F-42C7-89CB-19BA637F56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0790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32EB-A038-4E67-A372-2FE2DC677932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7CBFE-CA5F-42C7-89CB-19BA637F56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3506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32EB-A038-4E67-A372-2FE2DC677932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7CBFE-CA5F-42C7-89CB-19BA637F56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7905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32EB-A038-4E67-A372-2FE2DC677932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7CBFE-CA5F-42C7-89CB-19BA637F56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2958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D032EB-A038-4E67-A372-2FE2DC677932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E7CBFE-CA5F-42C7-89CB-19BA637F56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4301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Презентация на казначея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привет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964674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mtClean="0"/>
              <a:t>Мы нищие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892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Широкоэкранный</PresentationFormat>
  <Paragraphs>3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Тема Office</vt:lpstr>
      <vt:lpstr>Презентация на казначея</vt:lpstr>
      <vt:lpstr>Мы нищие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на казначея</dc:title>
  <dc:creator>Home</dc:creator>
  <cp:lastModifiedBy>Home</cp:lastModifiedBy>
  <cp:revision>1</cp:revision>
  <dcterms:created xsi:type="dcterms:W3CDTF">2026-05-20T16:40:43Z</dcterms:created>
  <dcterms:modified xsi:type="dcterms:W3CDTF">2026-05-20T16:41:17Z</dcterms:modified>
</cp:coreProperties>
</file>